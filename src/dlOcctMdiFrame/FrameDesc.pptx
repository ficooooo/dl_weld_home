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QT+OOCT+OPENGL 3D</a:t>
            </a:r>
            <a:br>
              <a:rPr lang="en-US" altLang="zh-CN"/>
            </a:br>
            <a:r>
              <a:rPr lang="zh-CN" altLang="en-US"/>
              <a:t>多文档程序框架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吴磊</a:t>
            </a:r>
            <a:endParaRPr lang="zh-CN" altLang="en-US"/>
          </a:p>
          <a:p>
            <a:r>
              <a:rPr lang="en-US" altLang="zh-CN"/>
              <a:t>2026-4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核心类</a:t>
            </a:r>
            <a:r>
              <a:rPr lang="en-US" altLang="zh-CN"/>
              <a:t>(Group1)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ApplicationCommonWindow	&lt;&lt;&lt;&lt;	QMainWindow</a:t>
            </a:r>
            <a:endParaRPr lang="en-US" altLang="zh-CN"/>
          </a:p>
          <a:p>
            <a:r>
              <a:rPr lang="en-US" altLang="zh-CN"/>
              <a:t>DocumentCommon		</a:t>
            </a:r>
            <a:r>
              <a:rPr lang="en-US" altLang="zh-CN">
                <a:sym typeface="+mn-ea"/>
              </a:rPr>
              <a:t>&lt;&lt;&lt;&lt;	</a:t>
            </a:r>
            <a:r>
              <a:rPr lang="en-US" altLang="zh-CN"/>
              <a:t>QObject</a:t>
            </a:r>
            <a:endParaRPr lang="en-US" altLang="zh-CN"/>
          </a:p>
          <a:p>
            <a:r>
              <a:rPr lang="en-US" altLang="zh-CN"/>
              <a:t>MDIWindow			</a:t>
            </a:r>
            <a:r>
              <a:rPr lang="en-US" altLang="zh-CN">
                <a:sym typeface="+mn-ea"/>
              </a:rPr>
              <a:t>&lt;&lt;&lt;&lt;	</a:t>
            </a:r>
            <a:r>
              <a:rPr lang="en-US" altLang="zh-CN"/>
              <a:t>QMainWindow</a:t>
            </a:r>
            <a:endParaRPr lang="en-US" altLang="zh-CN"/>
          </a:p>
          <a:p>
            <a:r>
              <a:rPr lang="en-US" altLang="zh-CN"/>
              <a:t>View				</a:t>
            </a:r>
            <a:r>
              <a:rPr lang="en-US" altLang="zh-CN">
                <a:sym typeface="+mn-ea"/>
              </a:rPr>
              <a:t>&lt;&lt;&lt;&lt;	</a:t>
            </a:r>
            <a:r>
              <a:rPr lang="en-US" altLang="zh-CN"/>
              <a:t>QWidgetprotected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                                             </a:t>
            </a:r>
            <a:r>
              <a:rPr lang="en-US" altLang="zh-CN">
                <a:sym typeface="+mn-ea"/>
              </a:rPr>
              <a:t>&lt;&lt;&lt;&lt;	</a:t>
            </a:r>
            <a:r>
              <a:rPr lang="en-US" altLang="zh-CN"/>
              <a:t>AIS_ViewController</a:t>
            </a:r>
            <a:endParaRPr lang="en-US" altLang="zh-CN"/>
          </a:p>
          <a:p>
            <a:r>
              <a:rPr lang="en-US" altLang="zh-CN"/>
              <a:t>OcctWindow			</a:t>
            </a:r>
            <a:r>
              <a:rPr lang="en-US" altLang="zh-CN">
                <a:sym typeface="+mn-ea"/>
              </a:rPr>
              <a:t>&lt;&lt;&lt;&lt;	</a:t>
            </a:r>
            <a:r>
              <a:rPr lang="en-US" altLang="zh-CN"/>
              <a:t>Aspect_Window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核心类</a:t>
            </a:r>
            <a:r>
              <a:rPr lang="en-US" altLang="zh-CN">
                <a:sym typeface="+mn-ea"/>
              </a:rPr>
              <a:t>(Group2)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V3d_Viewer		</a:t>
            </a:r>
            <a:endParaRPr lang="en-US" altLang="zh-CN"/>
          </a:p>
          <a:p>
            <a:r>
              <a:rPr lang="en-US" altLang="zh-CN"/>
              <a:t>AIS_InteractiveContext 	:   </a:t>
            </a:r>
            <a:r>
              <a:rPr lang="zh-CN" altLang="en-US"/>
              <a:t>基于</a:t>
            </a:r>
            <a:r>
              <a:rPr lang="en-US" altLang="zh-CN">
                <a:sym typeface="+mn-ea"/>
              </a:rPr>
              <a:t>V3d_Viewer</a:t>
            </a:r>
            <a:r>
              <a:rPr lang="zh-CN" altLang="en-US">
                <a:sym typeface="+mn-ea"/>
              </a:rPr>
              <a:t>构造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DocumentCommon</a:t>
            </a:r>
            <a:r>
              <a:rPr lang="zh-CN" altLang="en-US">
                <a:sym typeface="+mn-ea"/>
              </a:rPr>
              <a:t>实例</a:t>
            </a:r>
            <a:r>
              <a:rPr lang="en-US" altLang="zh-CN">
                <a:sym typeface="+mn-ea"/>
              </a:rPr>
              <a:t> 1:1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V3d_View			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MDIWindow</a:t>
            </a:r>
            <a:r>
              <a:rPr lang="zh-CN" altLang="en-US">
                <a:sym typeface="+mn-ea"/>
              </a:rPr>
              <a:t>中创建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核心类系关系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ApplicationCommonWindow::onNewDoc </a:t>
            </a:r>
            <a:r>
              <a:rPr lang="zh-CN" altLang="en-US">
                <a:sym typeface="+mn-ea"/>
              </a:rPr>
              <a:t>创建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DocumentCommon</a:t>
            </a:r>
            <a:endParaRPr lang="en-US" altLang="zh-CN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DocumentCommon</a:t>
            </a:r>
            <a:r>
              <a:rPr lang="zh-CN" altLang="en-US">
                <a:sym typeface="+mn-ea"/>
              </a:rPr>
              <a:t>中创建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V3d_Viewer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AIS_InteractiveContext</a:t>
            </a:r>
            <a:endParaRPr lang="en-US" altLang="zh-CN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接着</a:t>
            </a:r>
            <a:r>
              <a:rPr lang="en-US" altLang="zh-CN">
                <a:sym typeface="+mn-ea"/>
              </a:rPr>
              <a:t>CreateNewView  </a:t>
            </a:r>
            <a:r>
              <a:rPr lang="zh-CN" altLang="en-US">
                <a:sym typeface="+mn-ea"/>
              </a:rPr>
              <a:t>创建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MDIWindow</a:t>
            </a:r>
            <a:endParaRPr lang="en-US" altLang="zh-CN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>
                <a:sym typeface="+mn-ea"/>
              </a:rPr>
              <a:t>ApplicationCommonWindow::</a:t>
            </a:r>
            <a:r>
              <a:rPr lang="en-US" altLang="zh-CN">
                <a:sym typeface="+mn-ea"/>
              </a:rPr>
              <a:t>onCreateNewView  </a:t>
            </a:r>
            <a:r>
              <a:rPr lang="zh-CN" altLang="en-US">
                <a:sym typeface="+mn-ea"/>
              </a:rPr>
              <a:t>基于当前</a:t>
            </a:r>
            <a:r>
              <a:rPr lang="en-US" altLang="zh-CN">
                <a:sym typeface="+mn-ea"/>
              </a:rPr>
              <a:t>Window(</a:t>
            </a:r>
            <a:r>
              <a:rPr lang="en-US" altLang="zh-CN">
                <a:sym typeface="+mn-ea"/>
              </a:rPr>
              <a:t>MDIWindow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DocumentCommon</a:t>
            </a:r>
            <a:r>
              <a:rPr lang="zh-CN" altLang="en-US">
                <a:sym typeface="+mn-ea"/>
              </a:rPr>
              <a:t>创建新的</a:t>
            </a:r>
            <a:r>
              <a:rPr lang="en-US" altLang="zh-CN">
                <a:sym typeface="+mn-ea"/>
              </a:rPr>
              <a:t>MDIWindow</a:t>
            </a:r>
            <a:endParaRPr lang="en-US" altLang="zh-CN"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MDIWindow</a:t>
            </a:r>
            <a:r>
              <a:rPr lang="zh-CN" altLang="en-US">
                <a:sym typeface="+mn-ea"/>
              </a:rPr>
              <a:t>中创建</a:t>
            </a:r>
            <a:r>
              <a:rPr lang="en-US" altLang="zh-CN">
                <a:sym typeface="+mn-ea"/>
              </a:rPr>
              <a:t>View</a:t>
            </a:r>
            <a:r>
              <a:rPr lang="zh-CN" altLang="en-US">
                <a:sym typeface="+mn-ea"/>
              </a:rPr>
              <a:t>作为实际</a:t>
            </a:r>
            <a:r>
              <a:rPr lang="en-US" altLang="zh-CN">
                <a:sym typeface="+mn-ea"/>
              </a:rPr>
              <a:t>3D</a:t>
            </a:r>
            <a:r>
              <a:rPr lang="zh-CN" altLang="en-US">
                <a:sym typeface="+mn-ea"/>
              </a:rPr>
              <a:t>视图</a:t>
            </a:r>
            <a:r>
              <a:rPr lang="en-US" altLang="zh-CN">
                <a:sym typeface="+mn-ea"/>
              </a:rPr>
              <a:t>Widget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重点关注对象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DocumentCommon</a:t>
            </a:r>
            <a:r>
              <a:rPr lang="zh-CN" altLang="en-US">
                <a:sym typeface="+mn-ea"/>
              </a:rPr>
              <a:t>中</a:t>
            </a:r>
            <a:r>
              <a:rPr lang="zh-CN">
                <a:sym typeface="+mn-ea"/>
              </a:rPr>
              <a:t>的</a:t>
            </a:r>
            <a:r>
              <a:rPr lang="en-US" altLang="zh-CN">
                <a:sym typeface="+mn-ea"/>
              </a:rPr>
              <a:t>AIS_InteractiveContext</a:t>
            </a:r>
            <a:endParaRPr lang="en-US" altLang="zh-CN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>
                <a:sym typeface="+mn-ea"/>
              </a:rPr>
              <a:t>添加删除可视化对象</a:t>
            </a:r>
            <a:endParaRPr lang="en-US" altLang="zh-CN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ApplicationCommonWindow</a:t>
            </a:r>
            <a:r>
              <a:rPr lang="zh-CN" altLang="en-US">
                <a:sym typeface="+mn-ea"/>
              </a:rPr>
              <a:t>的拾取处理函数</a:t>
            </a:r>
            <a:endParaRPr lang="zh-CN" altLang="en-US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>
                <a:sym typeface="+mn-ea"/>
              </a:rPr>
              <a:t>鼠标交互拾取特定类型拓扑对象后的处理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目标框架核心设计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>
              <a:lnSpc>
                <a:spcPct val="150000"/>
              </a:lnSpc>
            </a:pPr>
            <a:r>
              <a:rPr lang="zh-CN" altLang="en-US"/>
              <a:t>可多文档和单文档架构切换（通过禁用二次新建文档和新建视图入口）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所有</a:t>
            </a:r>
            <a:r>
              <a:rPr lang="en-US" altLang="zh-CN"/>
              <a:t>Toolbar</a:t>
            </a:r>
            <a:r>
              <a:rPr lang="zh-CN" altLang="en-US"/>
              <a:t>集中的顶层的</a:t>
            </a:r>
            <a:r>
              <a:rPr lang="en-US" altLang="zh-CN"/>
              <a:t>MainWindow</a:t>
            </a:r>
            <a:r>
              <a:rPr lang="zh-CN" altLang="en-US"/>
              <a:t>管理（</a:t>
            </a:r>
            <a:r>
              <a:rPr lang="en-US" altLang="zh-CN"/>
              <a:t>occt tutorial</a:t>
            </a:r>
            <a:r>
              <a:rPr lang="zh-CN" altLang="en-US"/>
              <a:t>把针对视图的操作按钮放在的二级</a:t>
            </a:r>
            <a:r>
              <a:rPr lang="en-US" altLang="zh-CN"/>
              <a:t>MainWindow(MD</a:t>
            </a:r>
            <a:r>
              <a:rPr lang="en-US" altLang="zh-CN">
                <a:sym typeface="+mn-ea"/>
              </a:rPr>
              <a:t>I</a:t>
            </a:r>
            <a:r>
              <a:rPr lang="en-US" altLang="zh-CN"/>
              <a:t>Window)</a:t>
            </a:r>
            <a:r>
              <a:rPr lang="zh-CN" altLang="en-US"/>
              <a:t>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对</a:t>
            </a:r>
            <a:r>
              <a:rPr lang="en-US" altLang="zh-CN"/>
              <a:t>App</a:t>
            </a:r>
            <a:r>
              <a:rPr lang="zh-CN" altLang="en-US"/>
              <a:t>仅开放有限的类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基于数据的建模生成</a:t>
            </a:r>
            <a:r>
              <a:rPr lang="en-US" altLang="zh-CN"/>
              <a:t>AIS_Shape</a:t>
            </a:r>
            <a:r>
              <a:rPr lang="zh-CN" altLang="en-US"/>
              <a:t>的工作从顶层应用剥离，通过标准数据结构和参数调用通用生成算法实现</a:t>
            </a:r>
            <a:endParaRPr lang="zh-CN" altLang="en-US"/>
          </a:p>
          <a:p>
            <a:pPr lvl="1">
              <a:lnSpc>
                <a:spcPct val="150000"/>
              </a:lnSpc>
            </a:pPr>
            <a:r>
              <a:rPr lang="zh-CN" altLang="en-US"/>
              <a:t>应用层的可视化对象生成需求表达规范</a:t>
            </a:r>
            <a:r>
              <a:rPr lang="en-US" altLang="zh-CN"/>
              <a:t> [</a:t>
            </a:r>
            <a:r>
              <a:rPr lang="zh-CN" altLang="en-US"/>
              <a:t>可各成员在应用层开发测试完毕集中到核心库</a:t>
            </a:r>
            <a:r>
              <a:rPr lang="en-US" altLang="zh-CN"/>
              <a:t>]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zh-CN" altLang="en-US"/>
              <a:t>接口定义：参数列表，函数命名规则</a:t>
            </a:r>
            <a:endParaRPr lang="zh-CN" altLang="en-US"/>
          </a:p>
          <a:p>
            <a:pPr lvl="0">
              <a:lnSpc>
                <a:spcPct val="150000"/>
              </a:lnSpc>
            </a:pPr>
            <a:r>
              <a:rPr lang="zh-CN" altLang="en-US"/>
              <a:t>独立的可操控对象管理机制，实现对象的增删改查</a:t>
            </a:r>
            <a:endParaRPr lang="zh-CN" altLang="en-US"/>
          </a:p>
          <a:p>
            <a:pPr lvl="0">
              <a:lnSpc>
                <a:spcPct val="150000"/>
              </a:lnSpc>
            </a:pPr>
            <a:r>
              <a:rPr lang="zh-CN" altLang="en-US"/>
              <a:t>基于</a:t>
            </a:r>
            <a:r>
              <a:rPr lang="en-US" altLang="zh-CN"/>
              <a:t>XML</a:t>
            </a:r>
            <a:r>
              <a:rPr lang="zh-CN" altLang="en-US"/>
              <a:t>的程序执行过程数据记录及复现</a:t>
            </a:r>
            <a:r>
              <a:rPr lang="en-US" altLang="zh-CN"/>
              <a:t>(</a:t>
            </a:r>
            <a:r>
              <a:rPr lang="zh-CN" altLang="en-US"/>
              <a:t>编辑修改保存载入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核心数据、对象、算法</a:t>
            </a:r>
            <a:r>
              <a:rPr lang="en-US" altLang="zh-CN"/>
              <a:t> ...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655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sz="1400"/>
              <a:t>统一机器人模型</a:t>
            </a:r>
            <a:r>
              <a:rPr lang="en-US" altLang="zh-CN" sz="1400"/>
              <a:t>(OCC</a:t>
            </a:r>
            <a:r>
              <a:rPr lang="zh-CN" altLang="en-US" sz="1400"/>
              <a:t>显示</a:t>
            </a:r>
            <a:r>
              <a:rPr lang="en-US" altLang="zh-CN" sz="1400"/>
              <a:t>+rl</a:t>
            </a:r>
            <a:r>
              <a:rPr lang="zh-CN" altLang="en-US" sz="1400"/>
              <a:t>正逆解</a:t>
            </a:r>
            <a:r>
              <a:rPr lang="en-US" altLang="zh-CN" sz="1400"/>
              <a:t>)</a:t>
            </a:r>
            <a:r>
              <a:rPr lang="zh-CN" altLang="en-US" sz="1400"/>
              <a:t>，基于厂商型号装配</a:t>
            </a:r>
            <a:r>
              <a:rPr lang="en-US" altLang="zh-CN" sz="1400"/>
              <a:t>Stp</a:t>
            </a:r>
            <a:r>
              <a:rPr lang="zh-CN" altLang="en-US" sz="1400"/>
              <a:t>自动生成</a:t>
            </a:r>
            <a:r>
              <a:rPr lang="en-US" altLang="zh-CN" sz="1400"/>
              <a:t>xml</a:t>
            </a:r>
            <a:r>
              <a:rPr lang="zh-CN" altLang="en-US" sz="1400"/>
              <a:t>文件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zh-CN" altLang="en-US" sz="1400"/>
              <a:t>几何模型</a:t>
            </a:r>
            <a:r>
              <a:rPr lang="en-US" altLang="zh-CN" sz="1400"/>
              <a:t>(CAD </a:t>
            </a:r>
            <a:r>
              <a:rPr lang="zh-CN" altLang="en-US" sz="1400"/>
              <a:t>生成导出</a:t>
            </a:r>
            <a:r>
              <a:rPr lang="en-US" altLang="zh-CN" sz="1400"/>
              <a:t>)</a:t>
            </a:r>
            <a:r>
              <a:rPr lang="zh-CN" altLang="en-US" sz="1400"/>
              <a:t>，前期以</a:t>
            </a:r>
            <a:r>
              <a:rPr lang="en-US" altLang="zh-CN" sz="1400"/>
              <a:t>STEP</a:t>
            </a:r>
            <a:r>
              <a:rPr lang="zh-CN" altLang="en-US" sz="1400"/>
              <a:t>为主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zh-CN" altLang="en-US" sz="1400"/>
              <a:t>焊接相关的拓扑对象（工作面</a:t>
            </a:r>
            <a:r>
              <a:rPr lang="en-US" altLang="zh-CN" sz="1400"/>
              <a:t>FACE</a:t>
            </a:r>
            <a:r>
              <a:rPr lang="zh-CN" altLang="en-US" sz="1400"/>
              <a:t>，焊缝轨迹</a:t>
            </a:r>
            <a:r>
              <a:rPr lang="en-US" altLang="zh-CN" sz="1400"/>
              <a:t>EDGE</a:t>
            </a:r>
            <a:r>
              <a:rPr lang="zh-CN" altLang="en-US" sz="1400"/>
              <a:t>）</a:t>
            </a:r>
            <a:endParaRPr lang="zh-CN" altLang="en-US" sz="1400"/>
          </a:p>
          <a:p>
            <a:pPr lvl="1">
              <a:lnSpc>
                <a:spcPct val="150000"/>
              </a:lnSpc>
            </a:pPr>
            <a:r>
              <a:rPr lang="zh-CN" altLang="en-US" sz="1400"/>
              <a:t>工作面定义轨迹主方向（焊枪初始对准方向）</a:t>
            </a:r>
            <a:endParaRPr lang="zh-CN" altLang="en-US" sz="1400"/>
          </a:p>
          <a:p>
            <a:pPr lvl="1">
              <a:lnSpc>
                <a:spcPct val="150000"/>
              </a:lnSpc>
            </a:pPr>
            <a:r>
              <a:rPr lang="zh-CN" altLang="en-US" sz="1400"/>
              <a:t>多条焊缝如果是连续的，</a:t>
            </a:r>
            <a:r>
              <a:rPr lang="en-US" altLang="zh-CN" sz="1400"/>
              <a:t>EDGE</a:t>
            </a:r>
            <a:r>
              <a:rPr lang="zh-CN" altLang="en-US" sz="1400"/>
              <a:t>合并算法</a:t>
            </a:r>
            <a:r>
              <a:rPr lang="en-US" altLang="zh-CN" sz="1400"/>
              <a:t>(</a:t>
            </a:r>
            <a:r>
              <a:rPr lang="zh-CN" altLang="en-US" sz="1400"/>
              <a:t>或者规避此条</a:t>
            </a:r>
            <a:r>
              <a:rPr lang="en-US" altLang="zh-CN" sz="1400"/>
              <a:t>)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zh-CN" altLang="en-US" sz="1400"/>
              <a:t>焊缝轨迹单元点（坐标，主方向，移动方向）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zh-CN" altLang="en-US" sz="1400"/>
              <a:t>焊枪末端姿态与</a:t>
            </a:r>
            <a:r>
              <a:rPr lang="zh-CN" altLang="en-US" sz="1400">
                <a:sym typeface="+mn-ea"/>
              </a:rPr>
              <a:t>单元点匹配规则</a:t>
            </a:r>
            <a:endParaRPr lang="zh-CN" altLang="en-US" sz="14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/>
              <a:t>多条焊缝排序</a:t>
            </a:r>
            <a:r>
              <a:rPr lang="en-US" altLang="zh-CN" sz="1400"/>
              <a:t>(</a:t>
            </a:r>
            <a:r>
              <a:rPr lang="zh-CN" altLang="en-US" sz="1400"/>
              <a:t>算法</a:t>
            </a:r>
            <a:r>
              <a:rPr lang="en-US" altLang="zh-CN" sz="1400"/>
              <a:t>)</a:t>
            </a:r>
            <a:endParaRPr lang="en-US" altLang="zh-CN" sz="1400"/>
          </a:p>
          <a:p>
            <a:pPr>
              <a:lnSpc>
                <a:spcPct val="150000"/>
              </a:lnSpc>
            </a:pPr>
            <a:r>
              <a:rPr lang="zh-CN" altLang="en-US" sz="1400"/>
              <a:t>单条焊缝起点</a:t>
            </a:r>
            <a:r>
              <a:rPr lang="en-US" altLang="zh-CN" sz="1400"/>
              <a:t>-</a:t>
            </a:r>
            <a:r>
              <a:rPr lang="zh-CN" altLang="en-US" sz="1400"/>
              <a:t>终点全程焊枪动态仿真算法</a:t>
            </a:r>
            <a:endParaRPr lang="zh-CN" altLang="en-US" sz="1400"/>
          </a:p>
          <a:p>
            <a:pPr>
              <a:lnSpc>
                <a:spcPct val="150000"/>
              </a:lnSpc>
            </a:pPr>
            <a:endParaRPr lang="zh-CN" altLang="en-US" sz="14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200140" y="1825625"/>
            <a:ext cx="52578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>
                <a:sym typeface="+mn-ea"/>
              </a:rPr>
              <a:t>单条焊缝起点</a:t>
            </a:r>
            <a:r>
              <a:rPr lang="en-US" altLang="zh-CN" sz="1200">
                <a:sym typeface="+mn-ea"/>
              </a:rPr>
              <a:t>-</a:t>
            </a:r>
            <a:r>
              <a:rPr lang="zh-CN" altLang="en-US" sz="1200">
                <a:sym typeface="+mn-ea"/>
              </a:rPr>
              <a:t>终点全程机械臂</a:t>
            </a:r>
            <a:r>
              <a:rPr lang="en-US" altLang="zh-CN" sz="1200">
                <a:sym typeface="+mn-ea"/>
              </a:rPr>
              <a:t>+</a:t>
            </a:r>
            <a:r>
              <a:rPr lang="zh-CN" altLang="en-US" sz="1200">
                <a:sym typeface="+mn-ea"/>
              </a:rPr>
              <a:t>焊枪动态仿真算法</a:t>
            </a:r>
            <a:endParaRPr lang="zh-CN" altLang="en-US" sz="12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ym typeface="+mn-ea"/>
              </a:rPr>
              <a:t>单条焊缝起点</a:t>
            </a:r>
            <a:r>
              <a:rPr lang="en-US" altLang="zh-CN" sz="1200">
                <a:sym typeface="+mn-ea"/>
              </a:rPr>
              <a:t>-</a:t>
            </a:r>
            <a:r>
              <a:rPr lang="zh-CN" altLang="en-US" sz="1200">
                <a:sym typeface="+mn-ea"/>
              </a:rPr>
              <a:t>终点全程机械臂</a:t>
            </a:r>
            <a:r>
              <a:rPr lang="en-US" altLang="zh-CN" sz="1200">
                <a:sym typeface="+mn-ea"/>
              </a:rPr>
              <a:t>+</a:t>
            </a:r>
            <a:r>
              <a:rPr lang="zh-CN" altLang="en-US" sz="1200">
                <a:sym typeface="+mn-ea"/>
              </a:rPr>
              <a:t>焊枪</a:t>
            </a:r>
            <a:r>
              <a:rPr lang="en-US" altLang="zh-CN" sz="1200">
                <a:sym typeface="+mn-ea"/>
              </a:rPr>
              <a:t>+</a:t>
            </a:r>
            <a:r>
              <a:rPr lang="zh-CN" altLang="en-US" sz="1200">
                <a:sym typeface="+mn-ea"/>
              </a:rPr>
              <a:t>环境障碍动态仿真算法</a:t>
            </a:r>
            <a:endParaRPr lang="zh-CN" altLang="en-US" sz="12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ym typeface="+mn-ea"/>
              </a:rPr>
              <a:t>非连续焊缝的点之间过渡过程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1316</Words>
  <Application>WPS 演示</Application>
  <PresentationFormat>宽屏</PresentationFormat>
  <Paragraphs>68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windows10</dc:creator>
  <cp:lastModifiedBy>wuziyan20100121</cp:lastModifiedBy>
  <cp:revision>48</cp:revision>
  <dcterms:created xsi:type="dcterms:W3CDTF">2023-08-09T12:44:00Z</dcterms:created>
  <dcterms:modified xsi:type="dcterms:W3CDTF">2026-04-11T02:46:53Z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4062992B8D5B4060A52B9E65A2E1E32B_12</vt:lpwstr>
  </property>
</Properties>
</file>